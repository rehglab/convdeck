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 showGuides="1">
      <p:cViewPr varScale="1">
        <p:scale>
          <a:sx n="87" d="100"/>
          <a:sy n="87" d="100"/>
        </p:scale>
        <p:origin x="499" y="82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602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337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1065510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30552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292734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09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0627" y="298957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2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261567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303495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Left Title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Left Body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Right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Right Body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628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80313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56050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22826" y="908587"/>
            <a:ext cx="10654421" cy="3610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624754"/>
            <a:ext cx="11304270" cy="1645871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627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770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59444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68236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1_ImageRigh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9789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7148146" y="3607875"/>
            <a:ext cx="4290647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7148146" y="922228"/>
            <a:ext cx="4290647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940777"/>
            <a:ext cx="6258072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9697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2_ImageLef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2755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43890" y="3626424"/>
            <a:ext cx="4112748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43890" y="940777"/>
            <a:ext cx="4112748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4923692" y="1015180"/>
            <a:ext cx="6406222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6625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421890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8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3" r:id="rId22"/>
    <p:sldLayoutId id="2147483674" r:id="rId23"/>
    <p:sldLayoutId id="2147483670" r:id="rId24"/>
    <p:sldLayoutId id="2147483671" r:id="rId25"/>
    <p:sldLayoutId id="2147483672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等线</vt:lpstr>
      <vt:lpstr>Arial</vt:lpstr>
      <vt:lpstr>Calibri</vt:lpstr>
      <vt:lpstr>思源黑体 CN Heavy</vt:lpstr>
      <vt:lpstr>思源黑体 CN Normal</vt:lpstr>
      <vt:lpstr>WPS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SachiDanand VS</cp:lastModifiedBy>
  <cp:revision>80</cp:revision>
  <dcterms:created xsi:type="dcterms:W3CDTF">2025-12-25T04:11:36Z</dcterms:created>
  <dcterms:modified xsi:type="dcterms:W3CDTF">2026-03-14T09:54:23Z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
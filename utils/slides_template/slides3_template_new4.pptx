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 snapToObjects="1" showGuides="1">
      <p:cViewPr varScale="1">
        <p:scale>
          <a:sx n="79" d="100"/>
          <a:sy n="79" d="100"/>
        </p:scale>
        <p:origin x="101" y="245"/>
      </p:cViewPr>
      <p:guideLst>
        <p:guide orient="horz" pos="2160"/>
        <p:guide pos="37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38780" y="1583055"/>
            <a:ext cx="7348855" cy="21164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515" y="4041140"/>
            <a:ext cx="85344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52" name="直接连接符 51"/>
          <p:cNvCxnSpPr/>
          <p:nvPr userDrawn="1"/>
        </p:nvCxnSpPr>
        <p:spPr>
          <a:xfrm>
            <a:off x="2952688" y="3870082"/>
            <a:ext cx="663933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 userDrawn="1"/>
        </p:nvSpPr>
        <p:spPr>
          <a:xfrm>
            <a:off x="-5080" y="1997071"/>
            <a:ext cx="12197318" cy="393279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1" name="矩形 30"/>
          <p:cNvSpPr/>
          <p:nvPr userDrawn="1"/>
        </p:nvSpPr>
        <p:spPr>
          <a:xfrm>
            <a:off x="348806" y="770022"/>
            <a:ext cx="4400994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ea typeface="思源黑体 CN Heavy" panose="020B0A00000000000000" pitchFamily="34" charset="-122"/>
                <a:cs typeface="+mn-lt"/>
              </a:rPr>
              <a:t>CONTENTS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3"/>
          </p:nvPr>
        </p:nvSpPr>
        <p:spPr>
          <a:xfrm>
            <a:off x="546100" y="1997075"/>
            <a:ext cx="10869295" cy="3794125"/>
          </a:xfrm>
        </p:spPr>
        <p:txBody>
          <a:bodyPr/>
          <a:lstStyle>
            <a:lvl1pPr marL="514350" indent="-514350">
              <a:buAutoNum type="arabicPeriod"/>
              <a:defRPr sz="32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1pPr>
            <a:lvl2pPr marL="971550" indent="-514350">
              <a:buAutoNum type="arabicPeriod"/>
              <a:defRPr sz="28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2pPr>
            <a:lvl3pPr marL="1371600" indent="-457200">
              <a:buAutoNum type="arabicPeriod"/>
              <a:defRPr sz="24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3pPr>
            <a:lvl4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4pPr>
            <a:lvl5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30552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292734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_Text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09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0627" y="298957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/>
          </p:nvPr>
        </p:nvSpPr>
        <p:spPr>
          <a:xfrm>
            <a:off x="304800" y="1187450"/>
            <a:ext cx="11341100" cy="47879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2Text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261567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303495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 hasCustomPrompt="1"/>
          </p:nvPr>
        </p:nvSpPr>
        <p:spPr>
          <a:xfrm>
            <a:off x="304800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 marL="9144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 marL="13716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 marL="18288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Left Title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5" hasCustomPrompt="1"/>
          </p:nvPr>
        </p:nvSpPr>
        <p:spPr>
          <a:xfrm>
            <a:off x="308610" y="1662430"/>
            <a:ext cx="5791835" cy="492823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Left Body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" hasCustomPrompt="1"/>
          </p:nvPr>
        </p:nvSpPr>
        <p:spPr>
          <a:xfrm>
            <a:off x="6100445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Right Title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7" hasCustomPrompt="1"/>
          </p:nvPr>
        </p:nvSpPr>
        <p:spPr>
          <a:xfrm>
            <a:off x="6111240" y="1619885"/>
            <a:ext cx="5653405" cy="4959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Right Body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2_ImageRight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628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50025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ImageRigh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1482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39789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5773420" y="5453380"/>
            <a:ext cx="6205855" cy="7969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3_Image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80313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46856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5_ImageLef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784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39801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347345" y="5465445"/>
            <a:ext cx="5680075" cy="6705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4_Image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56050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idx="15"/>
          </p:nvPr>
        </p:nvSpPr>
        <p:spPr>
          <a:xfrm>
            <a:off x="722826" y="908587"/>
            <a:ext cx="10654421" cy="361065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"/>
          </p:nvPr>
        </p:nvSpPr>
        <p:spPr>
          <a:xfrm>
            <a:off x="347980" y="4624754"/>
            <a:ext cx="11304270" cy="1645871"/>
          </a:xfrm>
        </p:spPr>
        <p:txBody>
          <a:bodyPr/>
          <a:lstStyle>
            <a:lvl1pPr marL="457200" indent="-45720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5_TwoImag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627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774065"/>
            <a:ext cx="4878070" cy="41408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842645"/>
            <a:ext cx="4878070" cy="40722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4588510"/>
            <a:ext cx="10449560" cy="1366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5_Two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0562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1259840"/>
            <a:ext cx="4878070" cy="4814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4275"/>
            <a:ext cx="4878070" cy="48907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6_2x2_Top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74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11874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3917950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400800" y="39433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7_2x2_Bottom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770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22300" y="3612515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970915"/>
            <a:ext cx="5232400" cy="22860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8_2x2_AltText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59444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836035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9_4Img_2x2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idx="16"/>
          </p:nvPr>
        </p:nvSpPr>
        <p:spPr>
          <a:xfrm>
            <a:off x="635000" y="35750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62700" y="95758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1_3Img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6750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1880870"/>
            <a:ext cx="10820400" cy="55181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197860"/>
            <a:ext cx="11150600" cy="31470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5000" y="2552065"/>
            <a:ext cx="10846435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6_1Img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935990"/>
            <a:ext cx="11176000" cy="239839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3447415"/>
            <a:ext cx="11074400" cy="6299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7_2Img_1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347980" y="935990"/>
            <a:ext cx="5748020" cy="31534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148705" y="935990"/>
            <a:ext cx="5636895" cy="31330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8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5124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2333625"/>
            <a:ext cx="11150600" cy="40043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09600" y="1678940"/>
            <a:ext cx="10846435" cy="5092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0_3Img_BottomText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68236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2309495"/>
            <a:ext cx="3480435" cy="4013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2326005"/>
            <a:ext cx="3480435" cy="40081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444500" y="998220"/>
            <a:ext cx="11150600" cy="11176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2318385"/>
            <a:ext cx="3480435" cy="40151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1_ImageRigh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9789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7013643" y="3607875"/>
            <a:ext cx="4425150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7013643" y="922228"/>
            <a:ext cx="4425150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940777"/>
            <a:ext cx="6097378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79697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2_ImageLef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2755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43890" y="3626424"/>
            <a:ext cx="4268578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43889" y="940777"/>
            <a:ext cx="4268579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5116749" y="1015180"/>
            <a:ext cx="6213165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6625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3_3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357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1110615"/>
            <a:ext cx="3480435" cy="4967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1109980"/>
            <a:ext cx="3480435" cy="49682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1142365"/>
            <a:ext cx="3480435" cy="49358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n_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544896"/>
            <a:ext cx="12192000" cy="1773716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376650" y="1204970"/>
            <a:ext cx="9438700" cy="4448060"/>
          </a:xfrm>
          <a:custGeom>
            <a:avLst/>
            <a:gdLst>
              <a:gd name="connsiteX0" fmla="*/ 1158606 w 8097397"/>
              <a:gd name="connsiteY0" fmla="*/ 0 h 3844887"/>
              <a:gd name="connsiteX1" fmla="*/ 6938793 w 8097397"/>
              <a:gd name="connsiteY1" fmla="*/ 0 h 3844887"/>
              <a:gd name="connsiteX2" fmla="*/ 8097397 w 8097397"/>
              <a:gd name="connsiteY2" fmla="*/ 3844877 h 3844887"/>
              <a:gd name="connsiteX3" fmla="*/ 8097397 w 8097397"/>
              <a:gd name="connsiteY3" fmla="*/ 3844887 h 3844887"/>
              <a:gd name="connsiteX4" fmla="*/ 0 w 8097397"/>
              <a:gd name="connsiteY4" fmla="*/ 3844887 h 3844887"/>
              <a:gd name="connsiteX5" fmla="*/ 0 w 8097397"/>
              <a:gd name="connsiteY5" fmla="*/ 3844884 h 3844887"/>
              <a:gd name="connsiteX0-1" fmla="*/ 853539 w 8097397"/>
              <a:gd name="connsiteY0-2" fmla="*/ 4391 h 3844887"/>
              <a:gd name="connsiteX1-3" fmla="*/ 6938793 w 8097397"/>
              <a:gd name="connsiteY1-4" fmla="*/ 0 h 3844887"/>
              <a:gd name="connsiteX2-5" fmla="*/ 8097397 w 8097397"/>
              <a:gd name="connsiteY2-6" fmla="*/ 3844877 h 3844887"/>
              <a:gd name="connsiteX3-7" fmla="*/ 8097397 w 8097397"/>
              <a:gd name="connsiteY3-8" fmla="*/ 3844887 h 3844887"/>
              <a:gd name="connsiteX4-9" fmla="*/ 0 w 8097397"/>
              <a:gd name="connsiteY4-10" fmla="*/ 3844887 h 3844887"/>
              <a:gd name="connsiteX5-11" fmla="*/ 0 w 8097397"/>
              <a:gd name="connsiteY5-12" fmla="*/ 3844884 h 3844887"/>
              <a:gd name="connsiteX6" fmla="*/ 853539 w 8097397"/>
              <a:gd name="connsiteY6" fmla="*/ 4391 h 3844887"/>
              <a:gd name="connsiteX0-13" fmla="*/ 853539 w 8097397"/>
              <a:gd name="connsiteY0-14" fmla="*/ 13173 h 3853669"/>
              <a:gd name="connsiteX1-15" fmla="*/ 7178489 w 8097397"/>
              <a:gd name="connsiteY1-16" fmla="*/ 0 h 3853669"/>
              <a:gd name="connsiteX2-17" fmla="*/ 8097397 w 8097397"/>
              <a:gd name="connsiteY2-18" fmla="*/ 3853659 h 3853669"/>
              <a:gd name="connsiteX3-19" fmla="*/ 8097397 w 8097397"/>
              <a:gd name="connsiteY3-20" fmla="*/ 3853669 h 3853669"/>
              <a:gd name="connsiteX4-21" fmla="*/ 0 w 8097397"/>
              <a:gd name="connsiteY4-22" fmla="*/ 3853669 h 3853669"/>
              <a:gd name="connsiteX5-23" fmla="*/ 0 w 8097397"/>
              <a:gd name="connsiteY5-24" fmla="*/ 3853666 h 3853669"/>
              <a:gd name="connsiteX6-25" fmla="*/ 853539 w 8097397"/>
              <a:gd name="connsiteY6-26" fmla="*/ 13173 h 3853669"/>
              <a:gd name="connsiteX0-27" fmla="*/ 853539 w 8097397"/>
              <a:gd name="connsiteY0-28" fmla="*/ 4391 h 3844887"/>
              <a:gd name="connsiteX1-29" fmla="*/ 7200280 w 8097397"/>
              <a:gd name="connsiteY1-30" fmla="*/ 0 h 3844887"/>
              <a:gd name="connsiteX2-31" fmla="*/ 8097397 w 8097397"/>
              <a:gd name="connsiteY2-32" fmla="*/ 3844877 h 3844887"/>
              <a:gd name="connsiteX3-33" fmla="*/ 8097397 w 8097397"/>
              <a:gd name="connsiteY3-34" fmla="*/ 3844887 h 3844887"/>
              <a:gd name="connsiteX4-35" fmla="*/ 0 w 8097397"/>
              <a:gd name="connsiteY4-36" fmla="*/ 3844887 h 3844887"/>
              <a:gd name="connsiteX5-37" fmla="*/ 0 w 8097397"/>
              <a:gd name="connsiteY5-38" fmla="*/ 3844884 h 3844887"/>
              <a:gd name="connsiteX6-39" fmla="*/ 853539 w 8097397"/>
              <a:gd name="connsiteY6-40" fmla="*/ 4391 h 3844887"/>
              <a:gd name="connsiteX0-41" fmla="*/ 853539 w 8097397"/>
              <a:gd name="connsiteY0-42" fmla="*/ 4391 h 3844887"/>
              <a:gd name="connsiteX1-43" fmla="*/ 7200280 w 8097397"/>
              <a:gd name="connsiteY1-44" fmla="*/ 0 h 3844887"/>
              <a:gd name="connsiteX2-45" fmla="*/ 8097397 w 8097397"/>
              <a:gd name="connsiteY2-46" fmla="*/ 3844877 h 3844887"/>
              <a:gd name="connsiteX3-47" fmla="*/ 8097397 w 8097397"/>
              <a:gd name="connsiteY3-48" fmla="*/ 3844887 h 3844887"/>
              <a:gd name="connsiteX4-49" fmla="*/ 0 w 8097397"/>
              <a:gd name="connsiteY4-50" fmla="*/ 3844887 h 3844887"/>
              <a:gd name="connsiteX5-51" fmla="*/ 0 w 8097397"/>
              <a:gd name="connsiteY5-52" fmla="*/ 3844884 h 3844887"/>
              <a:gd name="connsiteX6-53" fmla="*/ 853539 w 8097397"/>
              <a:gd name="connsiteY6-54" fmla="*/ 4391 h 3844887"/>
              <a:gd name="connsiteX0-55" fmla="*/ 853539 w 8097397"/>
              <a:gd name="connsiteY0-56" fmla="*/ 4391 h 3844887"/>
              <a:gd name="connsiteX1-57" fmla="*/ 7200280 w 8097397"/>
              <a:gd name="connsiteY1-58" fmla="*/ 0 h 3844887"/>
              <a:gd name="connsiteX2-59" fmla="*/ 8097397 w 8097397"/>
              <a:gd name="connsiteY2-60" fmla="*/ 3844877 h 3844887"/>
              <a:gd name="connsiteX3-61" fmla="*/ 8097397 w 8097397"/>
              <a:gd name="connsiteY3-62" fmla="*/ 3844887 h 3844887"/>
              <a:gd name="connsiteX4-63" fmla="*/ 0 w 8097397"/>
              <a:gd name="connsiteY4-64" fmla="*/ 3844887 h 3844887"/>
              <a:gd name="connsiteX5-65" fmla="*/ 0 w 8097397"/>
              <a:gd name="connsiteY5-66" fmla="*/ 3844884 h 3844887"/>
              <a:gd name="connsiteX6-67" fmla="*/ 853539 w 8097397"/>
              <a:gd name="connsiteY6-68" fmla="*/ 4391 h 3844887"/>
              <a:gd name="connsiteX0-69" fmla="*/ 853539 w 8097397"/>
              <a:gd name="connsiteY0-70" fmla="*/ 4391 h 3844887"/>
              <a:gd name="connsiteX1-71" fmla="*/ 7200280 w 8097397"/>
              <a:gd name="connsiteY1-72" fmla="*/ 0 h 3844887"/>
              <a:gd name="connsiteX2-73" fmla="*/ 8097397 w 8097397"/>
              <a:gd name="connsiteY2-74" fmla="*/ 3844877 h 3844887"/>
              <a:gd name="connsiteX3-75" fmla="*/ 8097397 w 8097397"/>
              <a:gd name="connsiteY3-76" fmla="*/ 3844887 h 3844887"/>
              <a:gd name="connsiteX4-77" fmla="*/ 0 w 8097397"/>
              <a:gd name="connsiteY4-78" fmla="*/ 3844887 h 3844887"/>
              <a:gd name="connsiteX5-79" fmla="*/ 0 w 8097397"/>
              <a:gd name="connsiteY5-80" fmla="*/ 3844884 h 3844887"/>
              <a:gd name="connsiteX6-81" fmla="*/ 853539 w 8097397"/>
              <a:gd name="connsiteY6-82" fmla="*/ 4391 h 3844887"/>
              <a:gd name="connsiteX0-83" fmla="*/ 853539 w 8097397"/>
              <a:gd name="connsiteY0-84" fmla="*/ 4391 h 3844887"/>
              <a:gd name="connsiteX1-85" fmla="*/ 7200280 w 8097397"/>
              <a:gd name="connsiteY1-86" fmla="*/ 0 h 3844887"/>
              <a:gd name="connsiteX2-87" fmla="*/ 8097397 w 8097397"/>
              <a:gd name="connsiteY2-88" fmla="*/ 3844877 h 3844887"/>
              <a:gd name="connsiteX3-89" fmla="*/ 8097397 w 8097397"/>
              <a:gd name="connsiteY3-90" fmla="*/ 3844887 h 3844887"/>
              <a:gd name="connsiteX4-91" fmla="*/ 0 w 8097397"/>
              <a:gd name="connsiteY4-92" fmla="*/ 3844887 h 3844887"/>
              <a:gd name="connsiteX5-93" fmla="*/ 0 w 8097397"/>
              <a:gd name="connsiteY5-94" fmla="*/ 3844884 h 3844887"/>
              <a:gd name="connsiteX6-95" fmla="*/ 853539 w 8097397"/>
              <a:gd name="connsiteY6-96" fmla="*/ 4391 h 38448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25" y="connsiteY6-26"/>
              </a:cxn>
            </a:cxnLst>
            <a:rect l="l" t="t" r="r" b="b"/>
            <a:pathLst>
              <a:path w="8097397" h="3844887">
                <a:moveTo>
                  <a:pt x="853539" y="4391"/>
                </a:moveTo>
                <a:lnTo>
                  <a:pt x="7200280" y="0"/>
                </a:lnTo>
                <a:lnTo>
                  <a:pt x="8097397" y="3844877"/>
                </a:lnTo>
                <a:lnTo>
                  <a:pt x="8097397" y="3844887"/>
                </a:lnTo>
                <a:lnTo>
                  <a:pt x="0" y="3844887"/>
                </a:lnTo>
                <a:lnTo>
                  <a:pt x="0" y="3844884"/>
                </a:lnTo>
                <a:cubicBezTo>
                  <a:pt x="269986" y="2548619"/>
                  <a:pt x="554501" y="1322613"/>
                  <a:pt x="853539" y="4391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chemeClr val="tx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11086891" y="5500108"/>
            <a:ext cx="1490184" cy="1472991"/>
            <a:chOff x="10290269" y="4580311"/>
            <a:chExt cx="1490184" cy="1472991"/>
          </a:xfrm>
          <a:solidFill>
            <a:srgbClr val="083B5E"/>
          </a:solidFill>
        </p:grpSpPr>
        <p:sp>
          <p:nvSpPr>
            <p:cNvPr id="19" name="等腰三角形 18"/>
            <p:cNvSpPr/>
            <p:nvPr/>
          </p:nvSpPr>
          <p:spPr>
            <a:xfrm rot="2700000">
              <a:off x="11174158" y="5447007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20700000">
              <a:off x="10290269" y="4580311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9000000">
            <a:off x="194778" y="-21679"/>
            <a:ext cx="1490184" cy="1472991"/>
            <a:chOff x="435224" y="625067"/>
            <a:chExt cx="1490184" cy="1472991"/>
          </a:xfrm>
          <a:solidFill>
            <a:srgbClr val="083B5E"/>
          </a:solidFill>
        </p:grpSpPr>
        <p:sp>
          <p:nvSpPr>
            <p:cNvPr id="22" name="等腰三角形 21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9000000">
            <a:off x="-2702170" y="5023508"/>
            <a:ext cx="4874428" cy="4818189"/>
            <a:chOff x="435224" y="625067"/>
            <a:chExt cx="1490184" cy="1472991"/>
          </a:xfrm>
          <a:noFill/>
        </p:grpSpPr>
        <p:sp>
          <p:nvSpPr>
            <p:cNvPr id="25" name="等腰三角形 24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 rot="9000000">
            <a:off x="8493648" y="-2173981"/>
            <a:ext cx="4874428" cy="4818189"/>
            <a:chOff x="435224" y="625067"/>
            <a:chExt cx="1490184" cy="1472991"/>
          </a:xfrm>
          <a:noFill/>
        </p:grpSpPr>
        <p:sp>
          <p:nvSpPr>
            <p:cNvPr id="28" name="等腰三角形 27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>
            <a:off x="2651055" y="2280368"/>
            <a:ext cx="6889891" cy="1728882"/>
            <a:chOff x="1585452" y="1991724"/>
            <a:chExt cx="6889891" cy="1728882"/>
          </a:xfrm>
        </p:grpSpPr>
        <p:sp>
          <p:nvSpPr>
            <p:cNvPr id="31" name="矩形 30"/>
            <p:cNvSpPr/>
            <p:nvPr/>
          </p:nvSpPr>
          <p:spPr>
            <a:xfrm>
              <a:off x="3878402" y="1991724"/>
              <a:ext cx="2303990" cy="70675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40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875457" y="2723386"/>
              <a:ext cx="309880" cy="76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endParaRPr lang="zh-CN" altLang="en-US" sz="4400" b="1" dirty="0">
                <a:solidFill>
                  <a:srgbClr val="083B5E"/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585452" y="3352306"/>
              <a:ext cx="688989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2421890" y="3011805"/>
            <a:ext cx="7348855" cy="2116455"/>
          </a:xfrm>
        </p:spPr>
        <p:txBody>
          <a:bodyPr/>
          <a:lstStyle>
            <a:lvl1pPr>
              <a:defRPr sz="4800" b="1">
                <a:solidFill>
                  <a:schemeClr val="tx2"/>
                </a:solidFill>
                <a:latin typeface="+mn-lt"/>
                <a:ea typeface="+mj-ea"/>
                <a:cs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4928235" y="2263775"/>
            <a:ext cx="2311400" cy="736600"/>
          </a:xfrm>
        </p:spPr>
        <p:txBody>
          <a:bodyPr anchor="ctr" anchorCtr="0"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st_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2674816" y="2058670"/>
            <a:ext cx="7348855" cy="2116455"/>
          </a:xfrm>
        </p:spPr>
        <p:txBody>
          <a:bodyPr/>
          <a:lstStyle/>
          <a:p>
            <a:r>
              <a:rPr lang="en-US" altLang="zh-CN" b="1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+mn-ea"/>
              </a:rPr>
              <a:t>THANKS!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8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3" r:id="rId22"/>
    <p:sldLayoutId id="2147483674" r:id="rId23"/>
    <p:sldLayoutId id="2147483670" r:id="rId24"/>
    <p:sldLayoutId id="2147483671" r:id="rId25"/>
    <p:sldLayoutId id="2147483672" r:id="rId2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n-l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1&quot;:[76235680046]}"/>
</p:tagLst>
</file>

<file path=ppt/theme/theme1.xml><?xml version="1.0" encoding="utf-8"?>
<a:theme xmlns:a="http://schemas.openxmlformats.org/drawingml/2006/main" name="WPS">
  <a:themeElements>
    <a:clrScheme name="主题色">
      <a:dk1>
        <a:srgbClr val="000000"/>
      </a:dk1>
      <a:lt1>
        <a:srgbClr val="FFFFFF"/>
      </a:lt1>
      <a:dk2>
        <a:srgbClr val="083B5E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等线</vt:lpstr>
      <vt:lpstr>Arial</vt:lpstr>
      <vt:lpstr>Calibri</vt:lpstr>
      <vt:lpstr>思源黑体 CN Heavy</vt:lpstr>
      <vt:lpstr>思源黑体 CN Normal</vt:lpstr>
      <vt:lpstr>WPS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SachiDanand VS</cp:lastModifiedBy>
  <cp:revision>84</cp:revision>
  <dcterms:created xsi:type="dcterms:W3CDTF">2025-12-25T04:11:36Z</dcterms:created>
  <dcterms:modified xsi:type="dcterms:W3CDTF">2026-03-14T10:00:16Z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E82BDC20FDB344AF91F13265C49D4C6D_13</vt:lpwstr>
  </property>
  <property fmtid="{D5CDD505-2E9C-101B-9397-08002B2CF9AE}" pid="3" name="KSOProductBuildVer">
    <vt:lpwstr>1033-12.1.23152.23152</vt:lpwstr>
  </property>
</Properties>
</file>
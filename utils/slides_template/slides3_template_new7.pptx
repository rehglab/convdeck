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01" y="245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7495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1230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2641403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013643" y="3607875"/>
            <a:ext cx="4425150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013643" y="922228"/>
            <a:ext cx="4425150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097378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26857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89" y="940777"/>
            <a:ext cx="4268579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5116749" y="1015180"/>
            <a:ext cx="6213165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091153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87</cp:revision>
  <dcterms:created xsi:type="dcterms:W3CDTF">2025-12-25T04:11:36Z</dcterms:created>
  <dcterms:modified xsi:type="dcterms:W3CDTF">2026-03-14T10:08:04Z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
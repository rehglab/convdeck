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49" y="197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l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41128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44863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4655036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-438046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86</cp:revision>
  <dcterms:created xsi:type="dcterms:W3CDTF">2025-12-25T04:11:36Z</dcterms:created>
  <dcterms:modified xsi:type="dcterms:W3CDTF">2026-03-14T10:05:59Z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
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01" y="446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02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337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1065510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9155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81</cp:revision>
  <dcterms:created xsi:type="dcterms:W3CDTF">2025-12-25T04:11:36Z</dcterms:created>
  <dcterms:modified xsi:type="dcterms:W3CDTF">2026-03-14T09:53:30Z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
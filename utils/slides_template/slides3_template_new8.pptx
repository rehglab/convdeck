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245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7495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230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2641403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091153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88</cp:revision>
  <dcterms:created xsi:type="dcterms:W3CDTF">2025-12-25T04:11:36Z</dcterms:created>
  <dcterms:modified xsi:type="dcterms:W3CDTF">2026-03-14T10:11:09Z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